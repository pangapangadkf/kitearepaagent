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Ciclo Completo (How It Works)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Operator only intervenes at the final release step.</a:t>
            </a:r>
          </a:p>
          <a:p/>
          <a:p>
            <a:r>
              <a:t>Monitor → Sell → Verify → Release → Buy → Pay → Repeat</a:t>
            </a:r>
          </a:p>
          <a:p/>
          <a:p>
            <a:pPr lvl="1"/>
            <a:r>
              <a:t>1. Monitor — watches P2P order book continuously</a:t>
            </a:r>
          </a:p>
          <a:p>
            <a:pPr lvl="1"/>
            <a:r>
              <a:t>2. Sell — new order detected, Telegram alert sent</a:t>
            </a:r>
          </a:p>
          <a:p>
            <a:pPr lvl="1"/>
            <a:r>
              <a:t>3. Verify — waits for buyer payment confirmation</a:t>
            </a:r>
          </a:p>
          <a:p>
            <a:pPr lvl="1"/>
            <a:r>
              <a:t>4. Release — operator confirms bank deposit</a:t>
            </a:r>
          </a:p>
          <a:p>
            <a:pPr lvl="1"/>
            <a:r>
              <a:t>5. Buy — agent finds best spread opportunity</a:t>
            </a:r>
          </a:p>
          <a:p>
            <a:pPr lvl="1"/>
            <a:r>
              <a:t>6. Pay — closes buy side automatically</a:t>
            </a:r>
          </a:p>
          <a:p>
            <a:pPr lvl="1"/>
            <a:r>
              <a:t>7. Repeat — returns to monitoring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Arquitectura local orientada a la privacidad y evasión de bloqueos:</a:t>
            </a:r>
          </a:p>
          <a:p/>
          <a:p>
            <a:pPr lvl="1"/>
            <a:r>
              <a:t>• Python 3.10 / asyncio — async event loop</a:t>
            </a:r>
          </a:p>
          <a:p>
            <a:pPr lvl="1"/>
            <a:r>
              <a:t>• Playwright + stealth — browser automation, anti-detection</a:t>
            </a:r>
          </a:p>
          <a:p>
            <a:pPr lvl="1"/>
            <a:r>
              <a:t>• Ollama llama3.2:3b — local LLM for order parsing</a:t>
            </a:r>
          </a:p>
          <a:p>
            <a:pPr lvl="1"/>
            <a:r>
              <a:t>• Telegram Bot API — operator control and real-time alerts</a:t>
            </a:r>
          </a:p>
          <a:p>
            <a:pPr lvl="1"/>
            <a:r>
              <a:t>• AES-256 vault — encrypted credentials, no plaintext</a:t>
            </a:r>
          </a:p>
          <a:p>
            <a:pPr lvl="1"/>
            <a:r>
              <a:t>• Chrome CDP — connects to existing authenticated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Kite Chain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Hoy (MVP):</a:t>
            </a:r>
          </a:p>
          <a:p>
            <a:r>
              <a:t>Manual release step required after bank confirmation.</a:t>
            </a:r>
          </a:p>
          <a:p/>
          <a:p>
            <a:r>
              <a:t>Con Kite Chain (Futuro):</a:t>
            </a:r>
          </a:p>
          <a:p>
            <a:r>
              <a:t>On-chain settlement removes the manual step entirely.</a:t>
            </a:r>
          </a:p>
          <a:p/>
          <a:p>
            <a:pPr lvl="1"/>
            <a:r>
              <a:t>→ Fully trustless, 24/7 autonomous operation</a:t>
            </a:r>
          </a:p>
          <a:p>
            <a:pPr lvl="1"/>
            <a:r>
              <a:t>→ Zero counterparty risk</a:t>
            </a:r>
          </a:p>
          <a:p>
            <a:pPr lvl="1"/>
            <a:r>
              <a:t>→ Smart contract handles release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Running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Resolviendo problemas reales en mercados reales.</a:t>
            </a:r>
          </a:p>
          <a:p/>
          <a:p>
            <a:pPr lvl="1"/>
            <a:r>
              <a:t>• Live today on Venezuelan VES/USDT market</a:t>
            </a:r>
          </a:p>
          <a:p>
            <a:pPr lvl="1"/>
            <a:r>
              <a:t>• GitHub: github.com/PangaPangaDKF/KitearepaAgent</a:t>
            </a:r>
          </a:p>
          <a:p>
            <a:br/>
            <a:pPr/>
            <a:r>
              <a:t>[INSERTAR AQUÍ CAPTURA DE TELEGRAM]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